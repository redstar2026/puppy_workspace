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00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2011680" cy="5029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D8A"/>
                </a:solidFill>
                <a:latin typeface="Calibri"/>
              </a:rPr>
              <a:t>  Walmart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C220"/>
                </a:solidFill>
                <a:latin typeface="Calibr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Git &amp;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FFC220"/>
                </a:solidFill>
                <a:latin typeface="Calibri"/>
              </a:rPr>
              <a:t>para el Equipo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Cómo guardar, versionar y compartir
nuestro código con confianza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54880"/>
            <a:ext cx="1737360" cy="411480"/>
          </a:xfrm>
          <a:prstGeom prst="rect">
            <a:avLst/>
          </a:prstGeom>
          <a:solidFill>
            <a:srgbClr val="00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74573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C220"/>
                </a:solidFill>
                <a:latin typeface="Calibri"/>
              </a:rPr>
              <a:t>  Git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4754880"/>
            <a:ext cx="1737360" cy="411480"/>
          </a:xfrm>
          <a:prstGeom prst="rect">
            <a:avLst/>
          </a:prstGeom>
          <a:solidFill>
            <a:srgbClr val="00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474573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C220"/>
                </a:solidFill>
                <a:latin typeface="Calibri"/>
              </a:rPr>
              <a:t>  GitHub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4754880"/>
            <a:ext cx="1737360" cy="411480"/>
          </a:xfrm>
          <a:prstGeom prst="rect">
            <a:avLst/>
          </a:prstGeom>
          <a:solidFill>
            <a:srgbClr val="00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474573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C220"/>
                </a:solidFill>
                <a:latin typeface="Calibri"/>
              </a:rPr>
              <a:t>  Code Puppy 🐶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Walmart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¿Por qué lo necesitamos?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220"/>
                </a:solidFill>
                <a:latin typeface="Calibri"/>
              </a:rPr>
              <a:t>El problema que resuelve Git en nuestro equipo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03520" cy="50292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  ❌  Sin Git (hoy)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Los scripts se pierden o se sobreescriben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No sabemos quién cambió qué ni cuándo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Cada quien tiene su propia versión del archivo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Imposible volver a una versión anterior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Compartir archivos por correo o Teams 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5669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5669280" cy="50292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3716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  ✅  Con Git +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Historial completo de todos los cambios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Sabemos exactamente qué cambió y quién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El equipo trabaja sobre la misma versión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Volvemos a cualquier punto en el tiempo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333333"/>
                </a:solidFill>
                <a:latin typeface="Calibri"/>
              </a:rPr>
              <a:t>•  Colaboración en tiempo real sin conflictos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200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53E2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¿Qué es Git y GitHub?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220"/>
                </a:solidFill>
                <a:latin typeface="Calibri"/>
              </a:rPr>
              <a:t>Las tres herramientas de nuestro flujo de trabajo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3749039" cy="109728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🕰️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202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06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53E2"/>
                </a:solidFill>
                <a:latin typeface="Calibri"/>
              </a:rPr>
              <a:t>Máquina del tiempo para tu código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063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Guarda cada versión de tus archivos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Vive en tu computadora (local)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Rastrea cada cambio con fecha y autor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Gratis y open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46304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463040"/>
            <a:ext cx="3749039" cy="1097280"/>
          </a:xfrm>
          <a:prstGeom prst="rect">
            <a:avLst/>
          </a:prstGeom>
          <a:solidFill>
            <a:srgbClr val="00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15087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19202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606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2D8A"/>
                </a:solidFill>
                <a:latin typeface="Calibri"/>
              </a:rPr>
              <a:t>La nube donde vive tu código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3063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Repositorio remoto en internet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Comparte código con tu equipo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Interfaz web para ver cambios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Backup automático en la nube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463040"/>
            <a:ext cx="3749039" cy="1097280"/>
          </a:xfrm>
          <a:prstGeom prst="rect">
            <a:avLst/>
          </a:prstGeom>
          <a:solidFill>
            <a:srgbClr val="00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087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9202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Code Puppy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606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6BFF"/>
                </a:solidFill>
                <a:latin typeface="Calibri"/>
              </a:rPr>
              <a:t>Tu asistente de 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0632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Crea el código por ti con IA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Guarda en GitHub automáticamente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Solo dile: 'guarda los cambios'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Disponible en Walmart VPN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Cómo empezar: 4 pasos simples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220"/>
                </a:solidFill>
                <a:latin typeface="Calibri"/>
              </a:rPr>
              <a:t>Una sola vez por persona — luego es automático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28346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600200"/>
            <a:ext cx="1097280" cy="9144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606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33333"/>
                </a:solidFill>
                <a:latin typeface="Calibri"/>
              </a:rPr>
              <a:t>Crear cuenta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063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53E2"/>
                </a:solidFill>
                <a:latin typeface="Calibri"/>
              </a:rPr>
              <a:t>github.com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52044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Regístrate gratis en github.com con tu correo de Walmart o personal.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651760"/>
            <a:ext cx="164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E2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27832" y="1463040"/>
            <a:ext cx="28346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6512" y="1600200"/>
            <a:ext cx="1097280" cy="9144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6512" y="16459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2606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33333"/>
                </a:solidFill>
                <a:latin typeface="Calibri"/>
              </a:rPr>
              <a:t>Crear repositorio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3063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53E2"/>
                </a:solidFill>
                <a:latin typeface="Calibri"/>
              </a:rPr>
              <a:t>Tu carpeta en la nube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352044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Crea un repo privado en GitHub. Es como una carpeta especial en internet.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2651760"/>
            <a:ext cx="164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E2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27064" y="1463040"/>
            <a:ext cx="28346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95744" y="1600200"/>
            <a:ext cx="1097280" cy="9144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6459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2606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33333"/>
                </a:solidFill>
                <a:latin typeface="Calibri"/>
              </a:rPr>
              <a:t>Conectar local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7064" y="3063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53E2"/>
                </a:solidFill>
                <a:latin typeface="Calibri"/>
              </a:rPr>
              <a:t>git init + git remote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352044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Le dices a Git dónde está tu carpeta y la enlazas con GitHub.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704" y="2651760"/>
            <a:ext cx="164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3E2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26296" y="1463040"/>
            <a:ext cx="28346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94976" y="1600200"/>
            <a:ext cx="1097280" cy="9144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16459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2606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33333"/>
                </a:solidFill>
                <a:latin typeface="Calibri"/>
              </a:rPr>
              <a:t>¡Guardar!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3063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53E2"/>
                </a:solidFill>
                <a:latin typeface="Calibri"/>
              </a:rPr>
              <a:t>add → commit → push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352044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Cada vez que crees o modifiques algo, lo guardas con 3 comandos.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Flujo diario del equipo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220"/>
                </a:solidFill>
                <a:latin typeface="Calibri"/>
              </a:rPr>
              <a:t>3 comandos que usarás todos los días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2011680" cy="14630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Tu código
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031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53E2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1645920"/>
            <a:ext cx="2011680" cy="1463040"/>
          </a:xfrm>
          <a:prstGeom prst="rect">
            <a:avLst/>
          </a:prstGeom>
          <a:solidFill>
            <a:srgbClr val="00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1691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1945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git add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1031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53E2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645920"/>
            <a:ext cx="2011680" cy="1463040"/>
          </a:xfrm>
          <a:prstGeom prst="rect">
            <a:avLst/>
          </a:prstGeom>
          <a:solidFill>
            <a:srgbClr val="00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691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1945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git commit
-m "mensaje"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1031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53E2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19" y="1645920"/>
            <a:ext cx="2011680" cy="1463040"/>
          </a:xfrm>
          <a:prstGeom prst="rect">
            <a:avLst/>
          </a:prstGeom>
          <a:solidFill>
            <a:srgbClr val="00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19" y="1691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9" y="21945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git push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1031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53E2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1645920"/>
            <a:ext cx="2011680" cy="146304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1691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1945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74720"/>
            <a:ext cx="11430000" cy="1188720"/>
          </a:xfrm>
          <a:prstGeom prst="rect">
            <a:avLst/>
          </a:prstGeom>
          <a:solidFill>
            <a:srgbClr val="00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520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220"/>
                </a:solidFill>
                <a:latin typeface="Calibri"/>
              </a:rPr>
              <a:t>⚡  El atajo en una sola línea: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86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git add .  &amp;&amp;  git commit -m "descripción"  &amp;&amp;  git push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46320"/>
            <a:ext cx="114300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846320"/>
            <a:ext cx="109728" cy="16459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892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3E2"/>
                </a:solidFill>
                <a:latin typeface="Calibri"/>
              </a:rPr>
              <a:t>🐶  Tip Code Puppy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Solo dile a Code Puppy: "Guarda los cambios en GitHub" — y él hace el add, commit y push automáticamente por 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Reglas de 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220"/>
                </a:solidFill>
                <a:latin typeface="Calibri"/>
              </a:rPr>
              <a:t>Qué subimos y qué no — política InfoSec Walmart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94960" cy="54864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  ✅  SÍ subir a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✔  Scripts Python (.py)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✔  Consultas SQL (.sql)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✔  Documentación y guías (.md)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✔  Presentaciones generadas (.html)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✔  Código sin datos personales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✔  Archivos de configuración (.gitignore)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3949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394960" cy="54864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  ❌  NO subir a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✖  Datos con PII (CURP, RFC, etc.)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✖  Datos de pacientes (HIPAA)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✖  Archivos CSV / Excel con info sensible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✖  JSONs con resultados masivos de BQ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✖  Tokens o contraseñas (.env)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✖  Bases de datos 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291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53E2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Beneficios para el equipo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220"/>
                </a:solidFill>
                <a:latin typeface="Calibri"/>
              </a:rPr>
              <a:t>Lo que ganamos al adoptar Git y GitHub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109728" cy="21945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3E2"/>
                </a:solidFill>
                <a:latin typeface="Calibri"/>
              </a:rPr>
              <a:t>🕰️  Historial Completo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Cada cambio queda registrado con fecha, hora y quién lo hizo.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109728" cy="21945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3E2"/>
                </a:solidFill>
                <a:latin typeface="Calibri"/>
              </a:rPr>
              <a:t>🤝  Colaboración Sin Fricción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945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Varias personas trabajan en el mismo proyecto sin pisarse.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109728" cy="21945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3E2"/>
                </a:solidFill>
                <a:latin typeface="Calibri"/>
              </a:rPr>
              <a:t>🔄  Recuperación Inmediata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945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Si algo sale mal, volvemos a cualquier versión anterior en segundos.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109728" cy="21945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3E2"/>
                </a:solidFill>
                <a:latin typeface="Calibri"/>
              </a:rPr>
              <a:t>📤  Compartir Fácilmente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Comparte un link de GitHub en vez de adjuntar archivos por correo.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0233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4023360"/>
            <a:ext cx="109728" cy="21945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1605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3E2"/>
                </a:solidFill>
                <a:latin typeface="Calibri"/>
              </a:rPr>
              <a:t>🤖  Automatización con 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6634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Code Puppy guarda y documenta el código automáticamente.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023360"/>
            <a:ext cx="36576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4023360"/>
            <a:ext cx="109728" cy="21945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1605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3E2"/>
                </a:solidFill>
                <a:latin typeface="Calibri"/>
              </a:rPr>
              <a:t>🔒  Código Seguro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6634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Repositorios privados dentro de la red de Walmart VPN.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00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Próximos Pasos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220"/>
                </a:solidFill>
                <a:latin typeface="Calibri"/>
              </a:rPr>
              <a:t>Plan de adopción del equipo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11430000" cy="457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1463040" cy="5029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D8A"/>
                </a:solidFill>
                <a:latin typeface="Calibri"/>
              </a:rPr>
              <a:t>Hoy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463040"/>
            <a:ext cx="9692640" cy="1005840"/>
          </a:xfrm>
          <a:prstGeom prst="rect">
            <a:avLst/>
          </a:prstGeom>
          <a:solidFill>
            <a:srgbClr val="00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50876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220"/>
                </a:solidFill>
                <a:latin typeface="Calibri"/>
              </a:rPr>
              <a:t>Crear cuenta en github.com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92024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Solo toma 2 minutos. Usa tu correo Walmart o personal.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11430000" cy="457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1463040" cy="5029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7432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D8A"/>
                </a:solidFill>
                <a:latin typeface="Calibri"/>
              </a:rPr>
              <a:t>Esta semana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2743200"/>
            <a:ext cx="9692640" cy="1005840"/>
          </a:xfrm>
          <a:prstGeom prst="rect">
            <a:avLst/>
          </a:prstGeom>
          <a:solidFill>
            <a:srgbClr val="00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278892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Conectar tu carpeta de trabajo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20040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Code Puppy te ayuda: 'Conecta mi carpeta a GitHub'.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97680"/>
            <a:ext cx="11430000" cy="457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1463040" cy="5029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233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D8A"/>
                </a:solidFill>
                <a:latin typeface="Calibri"/>
              </a:rPr>
              <a:t>Este 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4023360"/>
            <a:ext cx="9692640" cy="1005840"/>
          </a:xfrm>
          <a:prstGeom prst="rect">
            <a:avLst/>
          </a:prstGeom>
          <a:solidFill>
            <a:srgbClr val="00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406908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220"/>
                </a:solidFill>
                <a:latin typeface="Calibri"/>
              </a:rPr>
              <a:t>Subir tus scripts actuales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48056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Primer commit con todos tus .py y .sql del proyecto.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577839"/>
            <a:ext cx="11430000" cy="457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303519"/>
            <a:ext cx="1463040" cy="5029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30351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D8A"/>
                </a:solidFill>
                <a:latin typeface="Calibri"/>
              </a:rPr>
              <a:t>Siempre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5303519"/>
            <a:ext cx="9692640" cy="1005840"/>
          </a:xfrm>
          <a:prstGeom prst="rect">
            <a:avLst/>
          </a:prstGeom>
          <a:solidFill>
            <a:srgbClr val="00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5349239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Guardar cada cambio nuevo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760719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git add . &amp;&amp; git commit &amp;&amp; git push — o díselo al puppy 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C220"/>
                </a:solidFill>
                <a:latin typeface="Calibri"/>
              </a:rPr>
              <a:t>¿Preguntas? Habla con Code Puppy 🐶  |  puppy.walmart.com/doghouse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